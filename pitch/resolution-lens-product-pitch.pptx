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3534ca403b4692" /><Relationship Type="http://schemas.openxmlformats.org/officeDocument/2006/relationships/extended-properties" Target="/docProps/app.xml" Id="R04e9ad79cbb04c86" /><Relationship Type="http://schemas.openxmlformats.org/officeDocument/2006/relationships/officeDocument" Target="/ppt/presentation.xml" Id="R7b944f01453847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3c51ffb0648ce"/>
  </p:sldMasterIdLst>
  <p:notesMasterIdLst>
    <p:notesMasterId xmlns:r="http://schemas.openxmlformats.org/officeDocument/2006/relationships" r:id="Ra0a24882a80c4f7c"/>
  </p:notesMasterIdLst>
  <p:sldIdLst>
    <p:sldId xmlns:r="http://schemas.openxmlformats.org/officeDocument/2006/relationships" id="256" r:id="R0f9b7e2c24c748e9"/>
    <p:sldId xmlns:r="http://schemas.openxmlformats.org/officeDocument/2006/relationships" id="257" r:id="R4119cbeb9a9d4fb0"/>
    <p:sldId xmlns:r="http://schemas.openxmlformats.org/officeDocument/2006/relationships" id="258" r:id="Rf6aeafe43d0b4194"/>
    <p:sldId xmlns:r="http://schemas.openxmlformats.org/officeDocument/2006/relationships" id="259" r:id="R0a1691232885482e"/>
    <p:sldId xmlns:r="http://schemas.openxmlformats.org/officeDocument/2006/relationships" id="260" r:id="R0075c46cb0b643ba"/>
    <p:sldId xmlns:r="http://schemas.openxmlformats.org/officeDocument/2006/relationships" id="261" r:id="Rb4c1b0bd0f114e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11954af5bf421f" /><Relationship Type="http://schemas.openxmlformats.org/officeDocument/2006/relationships/slideMaster" Target="/ppt/slideMasters/slideMaster1.xml" Id="R6da3c51ffb0648ce" /><Relationship Type="http://schemas.openxmlformats.org/officeDocument/2006/relationships/notesMaster" Target="/ppt/notesMasters/notesMaster1.xml" Id="Ra0a24882a80c4f7c" /><Relationship Type="http://schemas.openxmlformats.org/officeDocument/2006/relationships/presProps" Target="/ppt/presProps.xml" Id="Re5dad6cf1de44b66" /><Relationship Type="http://schemas.openxmlformats.org/officeDocument/2006/relationships/tableStyles" Target="/ppt/tableStyles.xml" Id="Rf0aa01b679954a27" /><Relationship Type="http://schemas.openxmlformats.org/officeDocument/2006/relationships/slide" Target="/ppt/slides/slide1.xml" Id="R0f9b7e2c24c748e9" /><Relationship Type="http://schemas.openxmlformats.org/officeDocument/2006/relationships/slide" Target="/ppt/slides/slide2.xml" Id="R4119cbeb9a9d4fb0" /><Relationship Type="http://schemas.openxmlformats.org/officeDocument/2006/relationships/slide" Target="/ppt/slides/slide3.xml" Id="Rf6aeafe43d0b4194" /><Relationship Type="http://schemas.openxmlformats.org/officeDocument/2006/relationships/slide" Target="/ppt/slides/slide4.xml" Id="R0a1691232885482e" /><Relationship Type="http://schemas.openxmlformats.org/officeDocument/2006/relationships/slide" Target="/ppt/slides/slide5.xml" Id="R0075c46cb0b643ba" /><Relationship Type="http://schemas.openxmlformats.org/officeDocument/2006/relationships/slide" Target="/ppt/slides/slide6.xml" Id="Rb4c1b0bd0f114e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afacbd19c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4e9cbeb8e45d3" /><Relationship Type="http://schemas.openxmlformats.org/officeDocument/2006/relationships/notesMaster" Target="/ppt/notesMasters/notesMaster1.xml" Id="R85b1c7214cb64b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711c5db8004fce" /><Relationship Type="http://schemas.openxmlformats.org/officeDocument/2006/relationships/notesMaster" Target="/ppt/notesMasters/notesMaster1.xml" Id="R8fd9c3c3dc1c44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2122f623404e01" /><Relationship Type="http://schemas.openxmlformats.org/officeDocument/2006/relationships/notesMaster" Target="/ppt/notesMasters/notesMaster1.xml" Id="R6331bb1eed884c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f9dc04141144f2" /><Relationship Type="http://schemas.openxmlformats.org/officeDocument/2006/relationships/notesMaster" Target="/ppt/notesMasters/notesMaster1.xml" Id="R2f907149c40941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8413b42cc04709" /><Relationship Type="http://schemas.openxmlformats.org/officeDocument/2006/relationships/notesMaster" Target="/ppt/notesMasters/notesMaster1.xml" Id="Rf254c1f2bb5a45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ebde48cf354442" /><Relationship Type="http://schemas.openxmlformats.org/officeDocument/2006/relationships/notesMaster" Target="/ppt/notesMasters/notesMaster1.xml" Id="Rb01dde14b41947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presentation for the Panta sidetrack and Colosseum. Entrant name and country come from the owner-created public profile: https://superteam.fun/earn/t/chocobar. No prior experience or founder credentials are asserted. Product source: https://github.com/harry-kim-droid/resolution-lens. This is a silent product presentation, not a recording of the entrant speaking.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hypothesis, not validated customer research. Derived from the prototype design and observed missing metadata. No user interviews or customer demand are claimed. Product source: https://github.com/harry-kim-droid/resolution-lens.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Authenticated GET endpoints: https://docs.panta.market/api-reference/markets/list.md, https://docs.panta.market/api-reference/markets/get.md, https://docs.panta.market/api-reference/markets/trades.md. Screenshot: https://github.com/harry-kim-droid/resolution-lens/blob/main/demo/screens/02-catalog.png. Dated authorized live-key capture, September 30,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authorized live-key observations from September 30, 2026: 40 markets across two disjoint pages and nine returned trade records. Screenshot: https://github.com/harry-kim-droid/resolution-lens/blob/main/demo/screens/05-trades.png. All 24 tests passed in the public publication checkout on Windows, including an actual disposable DPAPI round trip. Test source: https://github.com/harry-kim-droid/resolution-lens/tree/main/test.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reviewed live-key market returned no resolution wording. Most titles in the initial catalog page were blank. Screenshot: https://github.com/harry-kim-droid/resolution-lens/blob/main/demo/screens/04-rules.png. These are dated observations, not a claim about every Panta market. Provider sources and outcomes are not independently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Distribution and paid-workflow ideas are hypotheses, not established demand, user commitments or a commercial forecast. API pricing remains unconfirmed: https://docs.panta.market/guides/terms-of-use.md, section 12. Current product source: https://github.com/harry-kim-droid/resolution-lens. No customers, commercial revenue or awarded contest funds have been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c2701c76842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04b42e82fb420c" /><Relationship Type="http://schemas.openxmlformats.org/officeDocument/2006/relationships/slideLayout" Target="/ppt/slideLayouts/slideLayout1.xml" Id="R828a0b9bb14b42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a0b9bb14b42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79da0bc81408d" /><Relationship Type="http://schemas.openxmlformats.org/officeDocument/2006/relationships/notesSlide" Target="/ppt/notesSlides/notesSlide1.xml" Id="R478edb93d25f47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65f7d47fe4c7c" /><Relationship Type="http://schemas.openxmlformats.org/officeDocument/2006/relationships/notesSlide" Target="/ppt/notesSlides/notesSlide2.xml" Id="R4fa1f467f7bf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5d336bd204c3c" /><Relationship Type="http://schemas.openxmlformats.org/officeDocument/2006/relationships/image" Target="/ppt/media/image.jpeg" Id="Rb757997887a34beb" /><Relationship Type="http://schemas.openxmlformats.org/officeDocument/2006/relationships/notesSlide" Target="/ppt/notesSlides/notesSlide3.xml" Id="Rdda3a95b9250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8e955819542c0" /><Relationship Type="http://schemas.openxmlformats.org/officeDocument/2006/relationships/image" Target="/ppt/media/image2.jpeg" Id="R405eb936f42a4799" /><Relationship Type="http://schemas.openxmlformats.org/officeDocument/2006/relationships/notesSlide" Target="/ppt/notesSlides/notesSlide4.xml" Id="R91df1c8afb6447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be10eb59e40f1" /><Relationship Type="http://schemas.openxmlformats.org/officeDocument/2006/relationships/image" Target="/ppt/media/image3.jpeg" Id="R7aab443efc164e34" /><Relationship Type="http://schemas.openxmlformats.org/officeDocument/2006/relationships/notesSlide" Target="/ppt/notesSlides/notesSlide5.xml" Id="Rf4936bc365a74b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1de4ceef142a4" /><Relationship Type="http://schemas.openxmlformats.org/officeDocument/2006/relationships/notesSlide" Target="/ppt/notesSlides/notesSlide6.xml" Id="R62e00d6160364d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879D34-8760-4C73-B56A-CCB8D14C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1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6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Resolution Lens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EFD45A-0E95-4E70-9E32-B91E829B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992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8AE4C2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8AE4C2"/>
                </a:solidFill>
                <a:latin typeface="Arial"/>
                <a:ea typeface="Arial"/>
                <a:cs typeface="Arial"/>
              </a:rPr>
              <a:t>Market research with Panta</a:t>
            </a:r>
          </a:p>
        </p:txBody>
      </p:sp>
      <p:sp>
        <p:nvSpPr>
          <p:cNvPr id="3" name="entrant">
            <a:extLst xmlns:a="http://schemas.openxmlformats.org/drawingml/2006/main">
              <a:ext uri="{FF2B5EF4-FFF2-40B4-BE49-F238E27FC236}">
                <a16:creationId xmlns:a16="http://schemas.microsoft.com/office/drawing/2014/main" id="{BBA9B7ED-6B1D-4A30-B1DE-24CBE57A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9810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Geon Woo Kim</a:t>
            </a:r>
          </a:p>
          <a:p xmlns:a="http://schemas.openxmlformats.org/drawingml/2006/main">
            <a:pPr>
              <a:defRPr sz="22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South Korea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EAB04D38-6454-43E8-868B-C873BFBB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Product presentation, September 2026</a:t>
            </a:r>
          </a:p>
          <a:p xmlns:a="http://schemas.openxmlformats.org/drawingml/2006/main">
            <a:pPr>
              <a:defRPr sz="1725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Prototype developed with AI coding assistance</a:t>
            </a:r>
          </a:p>
        </p:txBody>
      </p:sp>
    </p:spTree>
    <p:extLst>
      <p:ext uri="{BB962C8B-B14F-4D97-AF65-F5344CB8AC3E}">
        <p14:creationId xmlns:p14="http://schemas.microsoft.com/office/powerpoint/2010/main" val="1450662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671B52-47EE-4BC0-8C91-F266AA1E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Market review</a:t>
            </a:r>
          </a:p>
        </p:txBody>
      </p:sp>
      <p:sp>
        <p:nvSpPr>
          <p:cNvPr id="2" name="problem">
            <a:extLst xmlns:a="http://schemas.openxmlformats.org/drawingml/2006/main">
              <a:ext uri="{FF2B5EF4-FFF2-40B4-BE49-F238E27FC236}">
                <a16:creationId xmlns:a16="http://schemas.microsoft.com/office/drawing/2014/main" id="{B92C9313-F652-4E1D-879B-BAAB872F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52625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A researcher comparing markets needs to understand the event behind each quote.</a:t>
            </a:r>
          </a:p>
        </p:txBody>
      </p:sp>
      <p:sp>
        <p:nvSpPr>
          <p:cNvPr id="3" name="review-questions">
            <a:extLst xmlns:a="http://schemas.openxmlformats.org/drawingml/2006/main">
              <a:ext uri="{FF2B5EF4-FFF2-40B4-BE49-F238E27FC236}">
                <a16:creationId xmlns:a16="http://schemas.microsoft.com/office/drawing/2014/main" id="{9EAECC7C-822D-4365-9B98-491F2FA0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Which resolution wording is available?</a:t>
            </a:r>
          </a:p>
          <a:p xmlns:a="http://schemas.openxmlformats.org/drawingml/2006/main">
            <a:pPr>
              <a:defRPr sz="2400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Which sources does it link?</a:t>
            </a:r>
          </a:p>
          <a:p xmlns:a="http://schemas.openxmlformats.org/drawingml/2006/main">
            <a:pPr>
              <a:defRPr sz="2400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When did the viewer fetch this observation?</a:t>
            </a:r>
          </a:p>
        </p:txBody>
      </p:sp>
      <p:sp>
        <p:nvSpPr>
          <p:cNvPr id="4" name="hypothesis">
            <a:extLst xmlns:a="http://schemas.openxmlformats.org/drawingml/2006/main">
              <a:ext uri="{FF2B5EF4-FFF2-40B4-BE49-F238E27FC236}">
                <a16:creationId xmlns:a16="http://schemas.microsoft.com/office/drawing/2014/main" id="{AA99A8DD-86A8-4765-B79E-87668C51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674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AE4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AE4C2"/>
                </a:solidFill>
                <a:latin typeface="Arial"/>
                <a:ea typeface="Arial"/>
                <a:cs typeface="Arial"/>
              </a:rPr>
              <a:t>Problem hypothesis. External demand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53578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9D5F97B-9BCC-4557-8684-A5C4AD09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Panta API integration</a:t>
            </a:r>
          </a:p>
        </p:txBody>
      </p:sp>
      <p:sp>
        <p:nvSpPr>
          <p:cNvPr id="2" name="integration-copy">
            <a:extLst xmlns:a="http://schemas.openxmlformats.org/drawingml/2006/main">
              <a:ext uri="{FF2B5EF4-FFF2-40B4-BE49-F238E27FC236}">
                <a16:creationId xmlns:a16="http://schemas.microsoft.com/office/drawing/2014/main" id="{673E1191-076C-4844-8A6E-965FA3DA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05000"/>
            <a:ext cx="4667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Market catalog and filters</a:t>
            </a:r>
          </a:p>
          <a:p xmlns:a="http://schemas.openxmlformats.org/drawingml/2006/main">
            <a:pPr>
              <a:defRPr sz="24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Cursor pagination</a:t>
            </a:r>
          </a:p>
          <a:p xmlns:a="http://schemas.openxmlformats.org/drawingml/2006/main">
            <a:pPr>
              <a:defRPr sz="24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Market detail and quotes</a:t>
            </a:r>
          </a:p>
          <a:p xmlns:a="http://schemas.openxmlformats.org/drawingml/2006/main">
            <a:pPr>
              <a:defRPr sz="24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Recent trade records</a:t>
            </a:r>
          </a:p>
        </p:txBody>
      </p:sp>
      <p:sp>
        <p:nvSpPr>
          <p:cNvPr id="3" name="credential-copy">
            <a:extLst xmlns:a="http://schemas.openxmlformats.org/drawingml/2006/main">
              <a:ext uri="{FF2B5EF4-FFF2-40B4-BE49-F238E27FC236}">
                <a16:creationId xmlns:a16="http://schemas.microsoft.com/office/drawing/2014/main" id="{D3BCD286-3B59-42C8-95D3-4A2CB9A0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72000"/>
            <a:ext cx="4686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The API key stays on the local server. The viewer uses market reads only.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7997887a34beb"/>
          <a:stretch xmlns:a="http://schemas.openxmlformats.org/drawingml/2006/main"/>
        </p:blipFill>
        <p:spPr>
          <a:xfrm xmlns:a="http://schemas.openxmlformats.org/drawingml/2006/main">
            <a:off x="5610225" y="2107276"/>
            <a:ext cx="5915025" cy="3329247"/>
          </a:xfrm>
          <a:prstGeom xmlns:a="http://schemas.openxmlformats.org/drawingml/2006/main" prst="rect">
            <a:avLst/>
          </a:prstGeom>
        </p:spPr>
      </p:pic>
      <p:sp>
        <p:nvSpPr>
          <p:cNvPr id="5" name="observation-note">
            <a:extLst xmlns:a="http://schemas.openxmlformats.org/drawingml/2006/main">
              <a:ext uri="{FF2B5EF4-FFF2-40B4-BE49-F238E27FC236}">
                <a16:creationId xmlns:a16="http://schemas.microsoft.com/office/drawing/2014/main" id="{B014EC8F-74E5-4FBF-B18E-147FF515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150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AE4C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AE4C2"/>
                </a:solidFill>
                <a:latin typeface="Arial"/>
                <a:ea typeface="Arial"/>
                <a:cs typeface="Arial"/>
              </a:rPr>
              <a:t>Dated API observations from September 30, 2026</a:t>
            </a:r>
          </a:p>
        </p:txBody>
      </p:sp>
    </p:spTree>
    <p:extLst>
      <p:ext uri="{BB962C8B-B14F-4D97-AF65-F5344CB8AC3E}">
        <p14:creationId xmlns:p14="http://schemas.microsoft.com/office/powerpoint/2010/main" val="2075923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71A5DCD-D06D-4B83-8F8F-99F2D8A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Verified prototype</a:t>
            </a:r>
          </a:p>
        </p:txBody>
      </p:sp>
      <p:sp>
        <p:nvSpPr>
          <p:cNvPr id="2" name="verified-reads">
            <a:extLst xmlns:a="http://schemas.openxmlformats.org/drawingml/2006/main">
              <a:ext uri="{FF2B5EF4-FFF2-40B4-BE49-F238E27FC236}">
                <a16:creationId xmlns:a16="http://schemas.microsoft.com/office/drawing/2014/main" id="{346C2E14-E791-45FD-ADA0-0CC627E9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4667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40 markets across two pages</a:t>
            </a:r>
          </a:p>
          <a:p xmlns:a="http://schemas.openxmlformats.org/drawingml/2006/main">
            <a:pPr>
              <a:defRPr sz="26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9 recent trade records</a:t>
            </a:r>
          </a:p>
          <a:p xmlns:a="http://schemas.openxmlformats.org/drawingml/2006/main">
            <a:pPr>
              <a:defRPr sz="26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24 automated tests passed</a:t>
            </a:r>
          </a:p>
        </p:txBody>
      </p:sp>
      <p:sp>
        <p:nvSpPr>
          <p:cNvPr id="3" name="features">
            <a:extLst xmlns:a="http://schemas.openxmlformats.org/drawingml/2006/main">
              <a:ext uri="{FF2B5EF4-FFF2-40B4-BE49-F238E27FC236}">
                <a16:creationId xmlns:a16="http://schemas.microsoft.com/office/drawing/2014/main" id="{6826B6A8-5CBF-434D-A8F8-D5D7690D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0"/>
            <a:ext cx="4714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Compare up to three markets.</a:t>
            </a:r>
          </a:p>
          <a:p xmlns:a="http://schemas.openxmlformats.org/drawingml/2006/main">
            <a:pPr>
              <a:defRPr sz="2250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Export a dated JSON review.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eb936f42a4799"/>
          <a:stretch xmlns:a="http://schemas.openxmlformats.org/drawingml/2006/main"/>
        </p:blipFill>
        <p:spPr>
          <a:xfrm xmlns:a="http://schemas.openxmlformats.org/drawingml/2006/main">
            <a:off x="5610225" y="2135851"/>
            <a:ext cx="5915025" cy="3329247"/>
          </a:xfrm>
          <a:prstGeom xmlns:a="http://schemas.openxmlformats.org/drawingml/2006/main" prst="rect">
            <a:avLst/>
          </a:prstGeom>
        </p:spPr>
      </p:pic>
      <p:sp>
        <p:nvSpPr>
          <p:cNvPr id="5" name="date-note">
            <a:extLst xmlns:a="http://schemas.openxmlformats.org/drawingml/2006/main">
              <a:ext uri="{FF2B5EF4-FFF2-40B4-BE49-F238E27FC236}">
                <a16:creationId xmlns:a16="http://schemas.microsoft.com/office/drawing/2014/main" id="{3BDFAB30-F566-44A3-8B8A-B9FCD970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341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AE4C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AE4C2"/>
                </a:solidFill>
                <a:latin typeface="Arial"/>
                <a:ea typeface="Arial"/>
                <a:cs typeface="Arial"/>
              </a:rPr>
              <a:t>Captured results describe the tested prototype and observation time.</a:t>
            </a:r>
          </a:p>
        </p:txBody>
      </p:sp>
    </p:spTree>
    <p:extLst>
      <p:ext uri="{BB962C8B-B14F-4D97-AF65-F5344CB8AC3E}">
        <p14:creationId xmlns:p14="http://schemas.microsoft.com/office/powerpoint/2010/main" val="2031090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E4725AE-1C77-41CA-BD12-A08E7385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Missing resolution data</a:t>
            </a:r>
          </a:p>
        </p:txBody>
      </p:sp>
      <p:sp>
        <p:nvSpPr>
          <p:cNvPr id="2" name="data-limit">
            <a:extLst xmlns:a="http://schemas.openxmlformats.org/drawingml/2006/main">
              <a:ext uri="{FF2B5EF4-FFF2-40B4-BE49-F238E27FC236}">
                <a16:creationId xmlns:a16="http://schemas.microsoft.com/office/drawing/2014/main" id="{46981D9B-80B6-4E89-9FD6-E5325655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240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reviewed market returned no resolution wording. Missing descriptions and null quotes remain visible.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b443efc164e34"/>
          <a:stretch xmlns:a="http://schemas.openxmlformats.org/drawingml/2006/main"/>
        </p:blipFill>
        <p:spPr>
          <a:xfrm xmlns:a="http://schemas.openxmlformats.org/drawingml/2006/main">
            <a:off x="3876969" y="2905125"/>
            <a:ext cx="4399961" cy="2476500"/>
          </a:xfrm>
          <a:prstGeom xmlns:a="http://schemas.openxmlformats.org/drawingml/2006/main" prst="rect">
            <a:avLst/>
          </a:prstGeom>
        </p:spPr>
      </p:pic>
      <p:sp>
        <p:nvSpPr>
          <p:cNvPr id="4" name="meaning">
            <a:extLst xmlns:a="http://schemas.openxmlformats.org/drawingml/2006/main">
              <a:ext uri="{FF2B5EF4-FFF2-40B4-BE49-F238E27FC236}">
                <a16:creationId xmlns:a16="http://schemas.microsoft.com/office/drawing/2014/main" id="{A13D8A66-F750-4D12-BFE3-7F8EAE57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721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The viewer cannot assess absent rules or independently verify market outcomes.</a:t>
            </a:r>
          </a:p>
        </p:txBody>
      </p:sp>
    </p:spTree>
    <p:extLst>
      <p:ext uri="{BB962C8B-B14F-4D97-AF65-F5344CB8AC3E}">
        <p14:creationId xmlns:p14="http://schemas.microsoft.com/office/powerpoint/2010/main" val="1969685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EEE239-E81B-432F-A764-C82680FD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Validation and distribution</a:t>
            </a:r>
          </a:p>
        </p:txBody>
      </p:sp>
      <p:sp>
        <p:nvSpPr>
          <p:cNvPr id="2" name="validation">
            <a:extLst xmlns:a="http://schemas.openxmlformats.org/drawingml/2006/main">
              <a:ext uri="{FF2B5EF4-FFF2-40B4-BE49-F238E27FC236}">
                <a16:creationId xmlns:a16="http://schemas.microsoft.com/office/drawing/2014/main" id="{98EDFDF5-A21C-453E-A649-D3AEB89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10620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Initial audience: researchers who repeatedly compare markets.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Next work: investigate missing metadata and test the review workflow with actual users.</a:t>
            </a:r>
          </a:p>
        </p:txBody>
      </p:sp>
      <p:sp>
        <p:nvSpPr>
          <p:cNvPr id="3" name="business-hypothesis">
            <a:extLst xmlns:a="http://schemas.openxmlformats.org/drawingml/2006/main">
              <a:ext uri="{FF2B5EF4-FFF2-40B4-BE49-F238E27FC236}">
                <a16:creationId xmlns:a16="http://schemas.microsoft.com/office/drawing/2014/main" id="{667E9D8D-CC21-476F-A919-89F3084D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10525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Shared review histories and annotations are possible paid workflows. Demand, pricing and API costs still need validation.</a:t>
            </a:r>
          </a:p>
        </p:txBody>
      </p:sp>
      <p:sp>
        <p:nvSpPr>
          <p:cNvPr id="4" name="traction">
            <a:extLst xmlns:a="http://schemas.openxmlformats.org/drawingml/2006/main">
              <a:ext uri="{FF2B5EF4-FFF2-40B4-BE49-F238E27FC236}">
                <a16:creationId xmlns:a16="http://schemas.microsoft.com/office/drawing/2014/main" id="{B7557D56-BF49-4DC4-8549-90D5528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AE4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AE4C2"/>
                </a:solidFill>
                <a:latin typeface="Arial"/>
                <a:ea typeface="Arial"/>
                <a:cs typeface="Arial"/>
              </a:rPr>
              <a:t>No customers, commercial revenue or awarded contest funds.</a:t>
            </a:r>
          </a:p>
        </p:txBody>
      </p:sp>
      <p:sp>
        <p:nvSpPr>
          <p:cNvPr id="5" name="public-source">
            <a:extLst xmlns:a="http://schemas.openxmlformats.org/drawingml/2006/main">
              <a:ext uri="{FF2B5EF4-FFF2-40B4-BE49-F238E27FC236}">
                <a16:creationId xmlns:a16="http://schemas.microsoft.com/office/drawing/2014/main" id="{185C9538-CC8E-4AA3-B747-59A0FA20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296025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ED1D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D1D9"/>
                </a:solidFill>
                <a:latin typeface="Arial"/>
                <a:ea typeface="Arial"/>
                <a:cs typeface="Arial"/>
              </a:rPr>
              <a:t>github.com/harry-kim-droid/resolution-lens</a:t>
            </a:r>
          </a:p>
        </p:txBody>
      </p:sp>
    </p:spTree>
    <p:extLst>
      <p:ext uri="{BB962C8B-B14F-4D97-AF65-F5344CB8AC3E}">
        <p14:creationId xmlns:p14="http://schemas.microsoft.com/office/powerpoint/2010/main" val="1923939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2026-09-30T11:21:56.4890000Z</dcterms:created>
  <dcterms:modified xsi:type="dcterms:W3CDTF">2026-09-30T11:21:56.4890000Z</dcterms:modified>
</coreProperties>
</file>